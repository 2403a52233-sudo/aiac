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Inter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4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8999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5" Type="http://schemas.openxmlformats.org/officeDocument/2006/relationships/image" Target="../media/image19.sv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13" Type="http://schemas.openxmlformats.org/officeDocument/2006/relationships/image" Target="../media/image41.png"/><Relationship Id="rId18" Type="http://schemas.openxmlformats.org/officeDocument/2006/relationships/image" Target="../media/image4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svg"/><Relationship Id="rId17" Type="http://schemas.openxmlformats.org/officeDocument/2006/relationships/image" Target="../media/image45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4.svg"/><Relationship Id="rId20" Type="http://schemas.openxmlformats.org/officeDocument/2006/relationships/image" Target="../media/image48.sv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4.sv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10" Type="http://schemas.openxmlformats.org/officeDocument/2006/relationships/image" Target="../media/image38.svg"/><Relationship Id="rId19" Type="http://schemas.openxmlformats.org/officeDocument/2006/relationships/image" Target="../media/image47.png"/><Relationship Id="rId4" Type="http://schemas.openxmlformats.org/officeDocument/2006/relationships/image" Target="../media/image32.svg"/><Relationship Id="rId9" Type="http://schemas.openxmlformats.org/officeDocument/2006/relationships/image" Target="../media/image37.png"/><Relationship Id="rId14" Type="http://schemas.openxmlformats.org/officeDocument/2006/relationships/image" Target="../media/image42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5963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SR UNIVERSITY Bus Management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61735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Web-Based Transport Monitoring Solution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4622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Team Members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5043368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V. Gagan Chandra Tej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485567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K. Rathan Dattu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5927765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T. Ganesh Reddy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856321" y="4462224"/>
            <a:ext cx="35015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Department &amp; Academic Year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856321" y="5397698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Department: CSE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856321" y="5839897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Academic Year: 2024–2025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6993" y="614720"/>
            <a:ext cx="7730014" cy="1262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Addressing Campus Transport Challenges</a:t>
            </a:r>
            <a:endParaRPr lang="en-US" sz="3950" dirty="0"/>
          </a:p>
        </p:txBody>
      </p:sp>
      <p:sp>
        <p:nvSpPr>
          <p:cNvPr id="4" name="Text 1"/>
          <p:cNvSpPr/>
          <p:nvPr/>
        </p:nvSpPr>
        <p:spPr>
          <a:xfrm>
            <a:off x="706993" y="2180273"/>
            <a:ext cx="7730014" cy="969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Campus transportation often encounters various hurdles that impact student experience and administrative efficiency. Our system aims to resolve these pain points for a smoother daily commute.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706993" y="3377208"/>
            <a:ext cx="3764042" cy="2179439"/>
          </a:xfrm>
          <a:prstGeom prst="roundRect">
            <a:avLst>
              <a:gd name="adj" fmla="val 5035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4133" y="3377208"/>
            <a:ext cx="91440" cy="2179439"/>
          </a:xfrm>
          <a:prstGeom prst="roundRect">
            <a:avLst>
              <a:gd name="adj" fmla="val 92789"/>
            </a:avLst>
          </a:prstGeom>
          <a:solidFill>
            <a:srgbClr val="4950BC"/>
          </a:solidFill>
          <a:ln/>
        </p:spPr>
      </p:sp>
      <p:sp>
        <p:nvSpPr>
          <p:cNvPr id="7" name="Text 4"/>
          <p:cNvSpPr/>
          <p:nvPr/>
        </p:nvSpPr>
        <p:spPr>
          <a:xfrm>
            <a:off x="1000363" y="3601998"/>
            <a:ext cx="2736890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Real-time Tracking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000363" y="4038838"/>
            <a:ext cx="3245882" cy="969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and staff remain unaware of bus locations or estimated arrival times.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4672965" y="3377208"/>
            <a:ext cx="3764042" cy="2179439"/>
          </a:xfrm>
          <a:prstGeom prst="roundRect">
            <a:avLst>
              <a:gd name="adj" fmla="val 5035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50105" y="3377208"/>
            <a:ext cx="91440" cy="2179439"/>
          </a:xfrm>
          <a:prstGeom prst="roundRect">
            <a:avLst>
              <a:gd name="adj" fmla="val 92789"/>
            </a:avLst>
          </a:prstGeom>
          <a:solidFill>
            <a:srgbClr val="4950BC"/>
          </a:solidFill>
          <a:ln/>
        </p:spPr>
      </p:sp>
      <p:sp>
        <p:nvSpPr>
          <p:cNvPr id="11" name="Text 8"/>
          <p:cNvSpPr/>
          <p:nvPr/>
        </p:nvSpPr>
        <p:spPr>
          <a:xfrm>
            <a:off x="4966335" y="3601998"/>
            <a:ext cx="2651522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Communication Gaps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4966335" y="4038838"/>
            <a:ext cx="3245882" cy="1293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communication methods lead to delays and misinformation between administration and drivers.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706993" y="5758577"/>
            <a:ext cx="3764042" cy="1856184"/>
          </a:xfrm>
          <a:prstGeom prst="roundRect">
            <a:avLst>
              <a:gd name="adj" fmla="val 591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4133" y="5758577"/>
            <a:ext cx="91440" cy="1856184"/>
          </a:xfrm>
          <a:prstGeom prst="roundRect">
            <a:avLst>
              <a:gd name="adj" fmla="val 92789"/>
            </a:avLst>
          </a:prstGeom>
          <a:solidFill>
            <a:srgbClr val="4950BC"/>
          </a:solidFill>
          <a:ln/>
        </p:spPr>
      </p:sp>
      <p:sp>
        <p:nvSpPr>
          <p:cNvPr id="15" name="Text 12"/>
          <p:cNvSpPr/>
          <p:nvPr/>
        </p:nvSpPr>
        <p:spPr>
          <a:xfrm>
            <a:off x="1000363" y="5983367"/>
            <a:ext cx="3008114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Lack of Centralised Data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1000363" y="6420207"/>
            <a:ext cx="3245882" cy="969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Absence of a unified dashboard hinders efficient management and strategic decision-making.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9828" y="417314"/>
            <a:ext cx="4150757" cy="47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Our Project Objectives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529828" y="1193125"/>
            <a:ext cx="13570744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solution is designed to transform campus transportation into a highly efficient, transparent, and user-friendly experience for everyone involved.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29828" y="1605677"/>
            <a:ext cx="605552" cy="908328"/>
          </a:xfrm>
          <a:prstGeom prst="roundRect">
            <a:avLst>
              <a:gd name="adj" fmla="val 36004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018" y="1946196"/>
            <a:ext cx="227052" cy="2270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6708" y="1757005"/>
            <a:ext cx="1961197" cy="23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Digitise Management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86708" y="2084308"/>
            <a:ext cx="12813863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Streamline bus, route, and driver data management.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29828" y="2665333"/>
            <a:ext cx="605552" cy="908328"/>
          </a:xfrm>
          <a:prstGeom prst="roundRect">
            <a:avLst>
              <a:gd name="adj" fmla="val 36004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9018" y="3005852"/>
            <a:ext cx="227052" cy="2270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6708" y="2816662"/>
            <a:ext cx="1892498" cy="23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Updates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286708" y="3143964"/>
            <a:ext cx="12813863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precise bus location updates to students and management.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29828" y="3724989"/>
            <a:ext cx="605552" cy="908328"/>
          </a:xfrm>
          <a:prstGeom prst="roundRect">
            <a:avLst>
              <a:gd name="adj" fmla="val 36004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9018" y="4065508"/>
            <a:ext cx="227052" cy="2270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6708" y="3876318"/>
            <a:ext cx="1892498" cy="23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Instant Alerts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86708" y="4203621"/>
            <a:ext cx="12813863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Notify users promptly about delays or schedule changes.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29828" y="4784646"/>
            <a:ext cx="605552" cy="908328"/>
          </a:xfrm>
          <a:prstGeom prst="roundRect">
            <a:avLst>
              <a:gd name="adj" fmla="val 36004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9018" y="5125164"/>
            <a:ext cx="227052" cy="22705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6708" y="4935974"/>
            <a:ext cx="2291834" cy="23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Easy Information Access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286708" y="5263277"/>
            <a:ext cx="12813863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Empower students to effortlessly check bus information.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29828" y="5844302"/>
            <a:ext cx="605552" cy="908328"/>
          </a:xfrm>
          <a:prstGeom prst="roundRect">
            <a:avLst>
              <a:gd name="adj" fmla="val 36004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9018" y="6184821"/>
            <a:ext cx="227052" cy="22705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86708" y="5995630"/>
            <a:ext cx="1892498" cy="23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Summary Reports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1286708" y="6322933"/>
            <a:ext cx="12813863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 college management with comprehensive operational data.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529828" y="6903958"/>
            <a:ext cx="605552" cy="908328"/>
          </a:xfrm>
          <a:prstGeom prst="roundRect">
            <a:avLst>
              <a:gd name="adj" fmla="val 36004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19018" y="7244477"/>
            <a:ext cx="227052" cy="22705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286708" y="7055287"/>
            <a:ext cx="2098238" cy="23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Intuitive Web Interface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1286708" y="7382589"/>
            <a:ext cx="12813863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 a clean and simple user experience across all modules.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2554" y="339804"/>
            <a:ext cx="4618434" cy="386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Architecture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2554" y="973098"/>
            <a:ext cx="13765292" cy="197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system leverages modern web technologies to ensure responsiveness, reliability, and ease of use.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32554" y="1433274"/>
            <a:ext cx="1544955" cy="193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2554" y="1749981"/>
            <a:ext cx="6731913" cy="197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Frontend: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HTML, CSS (premium design), JavaScript for an engaging user interface.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32554" y="1990844"/>
            <a:ext cx="6731913" cy="197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Backend: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Node.js + Express.js for robust server-side operations.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32554" y="2231708"/>
            <a:ext cx="6731913" cy="197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Database: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JSON file storage for lightweight and efficient data handling.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32554" y="2472571"/>
            <a:ext cx="6731913" cy="197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Updates: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Seamless data flow from Driver → Server → Student Panel.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32554" y="2713434"/>
            <a:ext cx="6731913" cy="197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Deployment: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Optimised for localhost testing and lightweight hosting environments.</a:t>
            </a:r>
            <a:endParaRPr lang="en-US" sz="9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553" y="1448633"/>
            <a:ext cx="6731913" cy="673191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73553" y="8319492"/>
            <a:ext cx="1940957" cy="193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Operational Flow Diagram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473553" y="8636198"/>
            <a:ext cx="6731913" cy="197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Admin: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Manages buses, routes, and drivers with full control.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473553" y="8877062"/>
            <a:ext cx="6731913" cy="197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Driver: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Updates status and real-time location effortlessly.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473553" y="9117925"/>
            <a:ext cx="6731913" cy="197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Student: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Accesses live bus status and tracking information.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473553" y="9358789"/>
            <a:ext cx="6731913" cy="197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College Management: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Receives insightful operational reports for informed decisions.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5057" y="769025"/>
            <a:ext cx="5396032" cy="406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System Modules &amp; User Roles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455057" y="1370409"/>
            <a:ext cx="8233886" cy="416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Bus Management System is structured around four distinct user roles, each with tailored functionalities to ensure efficient operations.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5057" y="1932623"/>
            <a:ext cx="8233886" cy="1284446"/>
          </a:xfrm>
          <a:prstGeom prst="roundRect">
            <a:avLst>
              <a:gd name="adj" fmla="val 425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2693" y="2070259"/>
            <a:ext cx="390049" cy="390049"/>
          </a:xfrm>
          <a:prstGeom prst="roundRect">
            <a:avLst>
              <a:gd name="adj" fmla="val 23440864"/>
            </a:avLst>
          </a:prstGeom>
          <a:solidFill>
            <a:srgbClr val="4950B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968" y="2177415"/>
            <a:ext cx="175498" cy="17549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2693" y="2590324"/>
            <a:ext cx="1625560" cy="203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Admin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592693" y="2871430"/>
            <a:ext cx="7958614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Manages buses, drivers, and routes (add, delete, edit). Also has the ability to reset system data for maintenance or fresh starts.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55057" y="3347085"/>
            <a:ext cx="8233886" cy="1284446"/>
          </a:xfrm>
          <a:prstGeom prst="roundRect">
            <a:avLst>
              <a:gd name="adj" fmla="val 425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92693" y="3484721"/>
            <a:ext cx="390049" cy="390049"/>
          </a:xfrm>
          <a:prstGeom prst="roundRect">
            <a:avLst>
              <a:gd name="adj" fmla="val 23440864"/>
            </a:avLst>
          </a:prstGeom>
          <a:solidFill>
            <a:srgbClr val="4950BC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9968" y="3591878"/>
            <a:ext cx="175498" cy="17549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92693" y="4004786"/>
            <a:ext cx="1625560" cy="203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Driver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592693" y="4285893"/>
            <a:ext cx="7958614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Selects assigned bus, updates current location, and sets status (On-time, Delayed, Completed) for real-time communication.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55057" y="4761548"/>
            <a:ext cx="8233886" cy="1284446"/>
          </a:xfrm>
          <a:prstGeom prst="roundRect">
            <a:avLst>
              <a:gd name="adj" fmla="val 425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92693" y="4899184"/>
            <a:ext cx="390049" cy="390049"/>
          </a:xfrm>
          <a:prstGeom prst="roundRect">
            <a:avLst>
              <a:gd name="adj" fmla="val 23440864"/>
            </a:avLst>
          </a:prstGeom>
          <a:solidFill>
            <a:srgbClr val="4950BC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9968" y="5006340"/>
            <a:ext cx="175498" cy="17549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92693" y="5419249"/>
            <a:ext cx="1625560" cy="203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Student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592693" y="5700355"/>
            <a:ext cx="7958614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Selects their travel bus, views available routes, and tracks real-time bus status and driver location for convenience.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55057" y="6176010"/>
            <a:ext cx="8233886" cy="1284446"/>
          </a:xfrm>
          <a:prstGeom prst="roundRect">
            <a:avLst>
              <a:gd name="adj" fmla="val 425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92693" y="6313646"/>
            <a:ext cx="390049" cy="390049"/>
          </a:xfrm>
          <a:prstGeom prst="roundRect">
            <a:avLst>
              <a:gd name="adj" fmla="val 23440864"/>
            </a:avLst>
          </a:prstGeom>
          <a:solidFill>
            <a:srgbClr val="4950BC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99968" y="6420803"/>
            <a:ext cx="175498" cy="17549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92693" y="6833711"/>
            <a:ext cx="1689497" cy="203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College Management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592693" y="7114818"/>
            <a:ext cx="7958614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Monitors total buses, drivers, and routes. Generates comprehensive operational reports and accesses an overview dashboard.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5313" y="598884"/>
            <a:ext cx="5342334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Highlighting Key Features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5313" y="1470660"/>
            <a:ext cx="13439775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system integrates a suite of features designed to enhance user experience and administrative control, ensuring a seamless campus transport solution.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5313" y="2189321"/>
            <a:ext cx="6634877" cy="1530310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95313" y="2166461"/>
            <a:ext cx="6634877" cy="91440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0" y="1934170"/>
            <a:ext cx="510302" cy="510302"/>
          </a:xfrm>
          <a:prstGeom prst="roundRect">
            <a:avLst>
              <a:gd name="adj" fmla="val 179188"/>
            </a:avLst>
          </a:prstGeom>
          <a:solidFill>
            <a:srgbClr val="4950BC"/>
          </a:solidFill>
          <a:ln/>
        </p:spPr>
      </p:sp>
      <p:sp>
        <p:nvSpPr>
          <p:cNvPr id="7" name="Text 5"/>
          <p:cNvSpPr/>
          <p:nvPr/>
        </p:nvSpPr>
        <p:spPr>
          <a:xfrm>
            <a:off x="3810714" y="2061686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88194" y="2614613"/>
            <a:ext cx="2524482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Responsive &amp; Modern UI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88194" y="2982397"/>
            <a:ext cx="6249114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user interface that adapts to any device, ensuring accessibility and a pleasant user experience.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00211" y="2189321"/>
            <a:ext cx="6634877" cy="1530310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7400211" y="2166461"/>
            <a:ext cx="6634877" cy="91440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462498" y="1934170"/>
            <a:ext cx="510302" cy="510302"/>
          </a:xfrm>
          <a:prstGeom prst="roundRect">
            <a:avLst>
              <a:gd name="adj" fmla="val 179188"/>
            </a:avLst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10615613" y="2061686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593092" y="2614613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Role-Based Access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593092" y="2982397"/>
            <a:ext cx="6249114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and customised panel access for Admin, Driver, Student, and College Management.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5313" y="4144804"/>
            <a:ext cx="6634877" cy="1530310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95313" y="4121944"/>
            <a:ext cx="6634877" cy="91440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0" y="3889653"/>
            <a:ext cx="510302" cy="510302"/>
          </a:xfrm>
          <a:prstGeom prst="roundRect">
            <a:avLst>
              <a:gd name="adj" fmla="val 179188"/>
            </a:avLst>
          </a:prstGeom>
          <a:solidFill>
            <a:srgbClr val="4950BC"/>
          </a:solidFill>
          <a:ln/>
        </p:spPr>
      </p:sp>
      <p:sp>
        <p:nvSpPr>
          <p:cNvPr id="19" name="Text 17"/>
          <p:cNvSpPr/>
          <p:nvPr/>
        </p:nvSpPr>
        <p:spPr>
          <a:xfrm>
            <a:off x="3810714" y="4017169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88194" y="4570095"/>
            <a:ext cx="236291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Bus Updates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88194" y="4937879"/>
            <a:ext cx="6249114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Instantaneous location and status updates for all buses, ensuring timely information.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400211" y="4144804"/>
            <a:ext cx="6634877" cy="1530310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7400211" y="4121944"/>
            <a:ext cx="6634877" cy="91440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</p:sp>
      <p:sp>
        <p:nvSpPr>
          <p:cNvPr id="24" name="Shape 22"/>
          <p:cNvSpPr/>
          <p:nvPr/>
        </p:nvSpPr>
        <p:spPr>
          <a:xfrm>
            <a:off x="10462498" y="3889653"/>
            <a:ext cx="510302" cy="510302"/>
          </a:xfrm>
          <a:prstGeom prst="roundRect">
            <a:avLst>
              <a:gd name="adj" fmla="val 179188"/>
            </a:avLst>
          </a:prstGeom>
          <a:solidFill>
            <a:srgbClr val="4950BC"/>
          </a:solidFill>
          <a:ln/>
        </p:spPr>
      </p:sp>
      <p:sp>
        <p:nvSpPr>
          <p:cNvPr id="25" name="Text 23"/>
          <p:cNvSpPr/>
          <p:nvPr/>
        </p:nvSpPr>
        <p:spPr>
          <a:xfrm>
            <a:off x="10615613" y="4017169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593092" y="4570095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CRUD for Admin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7593092" y="4937879"/>
            <a:ext cx="624911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Create, Read, Update, Delete capabilities for buses, drivers, and routes.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5313" y="6100286"/>
            <a:ext cx="6634877" cy="1530310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595313" y="6077426"/>
            <a:ext cx="6634877" cy="91440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</p:sp>
      <p:sp>
        <p:nvSpPr>
          <p:cNvPr id="30" name="Shape 28"/>
          <p:cNvSpPr/>
          <p:nvPr/>
        </p:nvSpPr>
        <p:spPr>
          <a:xfrm>
            <a:off x="3657600" y="5845135"/>
            <a:ext cx="510302" cy="510302"/>
          </a:xfrm>
          <a:prstGeom prst="roundRect">
            <a:avLst>
              <a:gd name="adj" fmla="val 179188"/>
            </a:avLst>
          </a:prstGeom>
          <a:solidFill>
            <a:srgbClr val="4950BC"/>
          </a:solidFill>
          <a:ln/>
        </p:spPr>
      </p:sp>
      <p:sp>
        <p:nvSpPr>
          <p:cNvPr id="31" name="Text 29"/>
          <p:cNvSpPr/>
          <p:nvPr/>
        </p:nvSpPr>
        <p:spPr>
          <a:xfrm>
            <a:off x="3810714" y="5972651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88194" y="652557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Separate Interfaces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788194" y="6893362"/>
            <a:ext cx="6249114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Dedicated dashboards for students and drivers, tailored to their specific needs.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400211" y="6100286"/>
            <a:ext cx="6634877" cy="1530310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7400211" y="6077426"/>
            <a:ext cx="6634877" cy="91440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</p:sp>
      <p:sp>
        <p:nvSpPr>
          <p:cNvPr id="36" name="Shape 34"/>
          <p:cNvSpPr/>
          <p:nvPr/>
        </p:nvSpPr>
        <p:spPr>
          <a:xfrm>
            <a:off x="10462498" y="5845135"/>
            <a:ext cx="510302" cy="510302"/>
          </a:xfrm>
          <a:prstGeom prst="roundRect">
            <a:avLst>
              <a:gd name="adj" fmla="val 179188"/>
            </a:avLst>
          </a:prstGeom>
          <a:solidFill>
            <a:srgbClr val="4950BC"/>
          </a:solidFill>
          <a:ln/>
        </p:spPr>
      </p:sp>
      <p:sp>
        <p:nvSpPr>
          <p:cNvPr id="37" name="Text 35"/>
          <p:cNvSpPr/>
          <p:nvPr/>
        </p:nvSpPr>
        <p:spPr>
          <a:xfrm>
            <a:off x="10615613" y="5972651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593092" y="6525578"/>
            <a:ext cx="2368272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Bus-wise Data Storage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7593092" y="6893362"/>
            <a:ext cx="624911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Efficient storage and retrieval of status and location data for each bus.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6635" y="547330"/>
            <a:ext cx="6549033" cy="622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Visualising User Interfaces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96635" y="1567458"/>
            <a:ext cx="13237131" cy="63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intuitive design ensures ease of navigation and clear information display across all user roles, from logging in to managing operations and tracking buses.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255" y="2557343"/>
            <a:ext cx="4301133" cy="2388751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4574" y="2557343"/>
            <a:ext cx="4301133" cy="2388751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4893" y="2557343"/>
            <a:ext cx="4301133" cy="2388751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255" y="5105281"/>
            <a:ext cx="6531412" cy="2388751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4853" y="5105281"/>
            <a:ext cx="6531412" cy="23887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2216" y="589717"/>
            <a:ext cx="6018967" cy="519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Our Robust Technology Stack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582216" y="1442204"/>
            <a:ext cx="13465969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with a focus on modern, efficient, and scalable technologies, our system ensures optimal performance and maintainability.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2216" y="1895356"/>
            <a:ext cx="415885" cy="4158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2216" y="2519124"/>
            <a:ext cx="2079427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HTML5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82216" y="2878812"/>
            <a:ext cx="4350068" cy="532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foundational language for structuring web content, ensuring semantic and accessible markup.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40166" y="1895356"/>
            <a:ext cx="415885" cy="41588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40166" y="2519124"/>
            <a:ext cx="2079427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CSS3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140166" y="2878812"/>
            <a:ext cx="4350068" cy="532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for crafting a premium, responsive, and aesthetically pleasing user interface.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98117" y="1895356"/>
            <a:ext cx="415885" cy="41588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98117" y="2519124"/>
            <a:ext cx="2079427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9698117" y="2878812"/>
            <a:ext cx="4350068" cy="532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Enables dynamic and interactive functionalities on the client-side for a rich user experience.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2216" y="3743682"/>
            <a:ext cx="415885" cy="41588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82216" y="4367451"/>
            <a:ext cx="2079427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Node.js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582216" y="4727138"/>
            <a:ext cx="4350068" cy="532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powerful JavaScript runtime for building fast and scalable network applications on the server-side.</a:t>
            </a:r>
            <a:endParaRPr lang="en-US" sz="13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140166" y="3743682"/>
            <a:ext cx="415885" cy="41588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140166" y="4367451"/>
            <a:ext cx="2079427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Express.js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5140166" y="4727138"/>
            <a:ext cx="4350068" cy="798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minimal and flexible Node.js web application framework that provides a robust set of features for web and mobile applications.</a:t>
            </a:r>
            <a:endParaRPr lang="en-US" sz="13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698117" y="3743682"/>
            <a:ext cx="415885" cy="41588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698117" y="4367451"/>
            <a:ext cx="2079427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JSON File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9698117" y="4727138"/>
            <a:ext cx="4350068" cy="798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Utilised as a lightweight local database solution for efficient data storage and retrieval, especially suitable for initial deployment.</a:t>
            </a:r>
            <a:endParaRPr lang="en-US" sz="13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82216" y="5858113"/>
            <a:ext cx="415885" cy="415885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82216" y="6481882"/>
            <a:ext cx="2079427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VS Code</a:t>
            </a:r>
            <a:endParaRPr lang="en-US" sz="1600" dirty="0"/>
          </a:p>
        </p:txBody>
      </p:sp>
      <p:sp>
        <p:nvSpPr>
          <p:cNvPr id="24" name="Text 15"/>
          <p:cNvSpPr/>
          <p:nvPr/>
        </p:nvSpPr>
        <p:spPr>
          <a:xfrm>
            <a:off x="582216" y="6841569"/>
            <a:ext cx="4350068" cy="798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primary integrated development environment (IDE) used for efficient code writing and project management.</a:t>
            </a:r>
            <a:endParaRPr lang="en-US" sz="13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140166" y="5858113"/>
            <a:ext cx="415885" cy="415885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140166" y="6481882"/>
            <a:ext cx="2079427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NPM</a:t>
            </a:r>
            <a:endParaRPr lang="en-US" sz="1600" dirty="0"/>
          </a:p>
        </p:txBody>
      </p:sp>
      <p:sp>
        <p:nvSpPr>
          <p:cNvPr id="27" name="Text 17"/>
          <p:cNvSpPr/>
          <p:nvPr/>
        </p:nvSpPr>
        <p:spPr>
          <a:xfrm>
            <a:off x="5140166" y="6841569"/>
            <a:ext cx="4350068" cy="798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 Package Manager, essential for managing project dependencies and streamlining development workflows.</a:t>
            </a:r>
            <a:endParaRPr lang="en-US" sz="130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698117" y="5858113"/>
            <a:ext cx="415885" cy="415885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9698117" y="6481882"/>
            <a:ext cx="2079427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GitHub (Optional)</a:t>
            </a:r>
            <a:endParaRPr lang="en-US" sz="1600" dirty="0"/>
          </a:p>
        </p:txBody>
      </p:sp>
      <p:sp>
        <p:nvSpPr>
          <p:cNvPr id="30" name="Text 19"/>
          <p:cNvSpPr/>
          <p:nvPr/>
        </p:nvSpPr>
        <p:spPr>
          <a:xfrm>
            <a:off x="9698117" y="6841569"/>
            <a:ext cx="4350068" cy="798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for version control and collaborative development, ensuring code integrity and team coordination.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020" y="576739"/>
            <a:ext cx="6867525" cy="655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Advantages of Our System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34020" y="1651635"/>
            <a:ext cx="13162359" cy="671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Bus Management System offers a multitude of benefits, ensuring an enhanced transport experience for students and streamlined operations for the administration.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34020" y="2558772"/>
            <a:ext cx="6476286" cy="1559243"/>
          </a:xfrm>
          <a:prstGeom prst="roundRect">
            <a:avLst>
              <a:gd name="adj" fmla="val 3228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1309" y="2776061"/>
            <a:ext cx="2621637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Simple &amp; Stable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951309" y="3229451"/>
            <a:ext cx="6041707" cy="671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straightforward and robust system designed for reliability and ease of use.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419975" y="2558772"/>
            <a:ext cx="6476405" cy="1559243"/>
          </a:xfrm>
          <a:prstGeom prst="roundRect">
            <a:avLst>
              <a:gd name="adj" fmla="val 3228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37264" y="2776061"/>
            <a:ext cx="2621637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Updates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7637264" y="3229451"/>
            <a:ext cx="6041827" cy="671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receive instant notifications, keeping them informed and reducing anxiety.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34020" y="4327684"/>
            <a:ext cx="6476286" cy="1559243"/>
          </a:xfrm>
          <a:prstGeom prst="roundRect">
            <a:avLst>
              <a:gd name="adj" fmla="val 3228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1309" y="4544973"/>
            <a:ext cx="3386376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External Dependencies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951309" y="4998363"/>
            <a:ext cx="6041707" cy="671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Self-contained system ensures minimal external risks and greater control.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419975" y="4327684"/>
            <a:ext cx="6476405" cy="1559243"/>
          </a:xfrm>
          <a:prstGeom prst="roundRect">
            <a:avLst>
              <a:gd name="adj" fmla="val 3228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37264" y="4544973"/>
            <a:ext cx="2621637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Admin Control</a:t>
            </a:r>
            <a:endParaRPr lang="en-US" sz="2050" dirty="0"/>
          </a:p>
        </p:txBody>
      </p:sp>
      <p:sp>
        <p:nvSpPr>
          <p:cNvPr id="15" name="Text 13"/>
          <p:cNvSpPr/>
          <p:nvPr/>
        </p:nvSpPr>
        <p:spPr>
          <a:xfrm>
            <a:off x="7637264" y="4998363"/>
            <a:ext cx="6041827" cy="671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the administration with comprehensive control over the entire transport system.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734020" y="6096595"/>
            <a:ext cx="6476286" cy="1559243"/>
          </a:xfrm>
          <a:prstGeom prst="roundRect">
            <a:avLst>
              <a:gd name="adj" fmla="val 3228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1309" y="6313884"/>
            <a:ext cx="3303627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Easy to Deploy &amp; Maintain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951309" y="6767274"/>
            <a:ext cx="6041707" cy="671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for quick deployment and hassle-free ongoing maintenance.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7419975" y="6096595"/>
            <a:ext cx="6476405" cy="1559243"/>
          </a:xfrm>
          <a:prstGeom prst="roundRect">
            <a:avLst>
              <a:gd name="adj" fmla="val 3228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37264" y="6313884"/>
            <a:ext cx="2621637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Clean, Modern UI</a:t>
            </a:r>
            <a:endParaRPr lang="en-US" sz="2050" dirty="0"/>
          </a:p>
        </p:txBody>
      </p:sp>
      <p:sp>
        <p:nvSpPr>
          <p:cNvPr id="21" name="Text 19"/>
          <p:cNvSpPr/>
          <p:nvPr/>
        </p:nvSpPr>
        <p:spPr>
          <a:xfrm>
            <a:off x="7637264" y="6767274"/>
            <a:ext cx="6041827" cy="671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intuitive interface that encourages adoption and enhances user satisfaction.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58" y="740212"/>
            <a:ext cx="7284482" cy="655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 &amp; Future Outlook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34258" y="1815346"/>
            <a:ext cx="13161883" cy="33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Bus Management System is more than just a tracking tool; it's a comprehensive solution for modern campus transportation.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34258" y="2386965"/>
            <a:ext cx="471964" cy="471964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6010" y="2426256"/>
            <a:ext cx="4196239" cy="393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Streamlined Administration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1416010" y="2945368"/>
            <a:ext cx="5768102" cy="671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Automates bus, driver, and route management, significantly reducing manual effort.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446288" y="2386965"/>
            <a:ext cx="471964" cy="471964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40" y="2426256"/>
            <a:ext cx="3147060" cy="393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Enhanced Visibility</a:t>
            </a:r>
            <a:endParaRPr lang="en-US" sz="2450" dirty="0"/>
          </a:p>
        </p:txBody>
      </p:sp>
      <p:sp>
        <p:nvSpPr>
          <p:cNvPr id="9" name="Text 7"/>
          <p:cNvSpPr/>
          <p:nvPr/>
        </p:nvSpPr>
        <p:spPr>
          <a:xfrm>
            <a:off x="8128040" y="2945368"/>
            <a:ext cx="5768102" cy="671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Offers real-time tracking, giving everyone precise information and peace of mind.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34258" y="4036219"/>
            <a:ext cx="471964" cy="471964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6010" y="4075509"/>
            <a:ext cx="4679394" cy="393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Student Convenience &amp; Safety</a:t>
            </a:r>
            <a:endParaRPr lang="en-US" sz="2450" dirty="0"/>
          </a:p>
        </p:txBody>
      </p:sp>
      <p:sp>
        <p:nvSpPr>
          <p:cNvPr id="12" name="Text 10"/>
          <p:cNvSpPr/>
          <p:nvPr/>
        </p:nvSpPr>
        <p:spPr>
          <a:xfrm>
            <a:off x="1416010" y="4594622"/>
            <a:ext cx="5768102" cy="671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Improves student experience with timely information and contributes to a safer commute.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446288" y="4036219"/>
            <a:ext cx="471964" cy="471964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8040" y="4075509"/>
            <a:ext cx="3189446" cy="393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Actionable Analytics</a:t>
            </a:r>
            <a:endParaRPr lang="en-US" sz="2450" dirty="0"/>
          </a:p>
        </p:txBody>
      </p:sp>
      <p:sp>
        <p:nvSpPr>
          <p:cNvPr id="15" name="Text 13"/>
          <p:cNvSpPr/>
          <p:nvPr/>
        </p:nvSpPr>
        <p:spPr>
          <a:xfrm>
            <a:off x="8128040" y="4594622"/>
            <a:ext cx="5768102" cy="671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Generates reports that empower college management with data-driven insights for better decision-making.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34258" y="5501878"/>
            <a:ext cx="13161883" cy="671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lightweight, efficient, and user-friendly system represents a significant step towards optimising campus transport for SR University.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34258" y="6487835"/>
            <a:ext cx="4196001" cy="524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endParaRPr lang="en-US" sz="3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0E02B1-A7BC-51F1-77F9-F81773B6B3DE}"/>
              </a:ext>
            </a:extLst>
          </p:cNvPr>
          <p:cNvSpPr txBox="1"/>
          <p:nvPr/>
        </p:nvSpPr>
        <p:spPr>
          <a:xfrm>
            <a:off x="3657600" y="3841616"/>
            <a:ext cx="7315200" cy="805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9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You!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1263289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1057</Words>
  <Application>Microsoft Office PowerPoint</Application>
  <PresentationFormat>Custom</PresentationFormat>
  <Paragraphs>132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Inter Bold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Thouti Reddy Rakesh</dc:creator>
  <cp:lastModifiedBy>thoutireddy Rakesh Reddy</cp:lastModifiedBy>
  <cp:revision>2</cp:revision>
  <dcterms:created xsi:type="dcterms:W3CDTF">2025-11-17T17:14:56Z</dcterms:created>
  <dcterms:modified xsi:type="dcterms:W3CDTF">2025-11-17T17:38:29Z</dcterms:modified>
</cp:coreProperties>
</file>